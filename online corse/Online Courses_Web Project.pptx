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64" r:id="rId10"/>
    <p:sldId id="266" r:id="rId11"/>
    <p:sldId id="267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52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>
        <p:scale>
          <a:sx n="89" d="100"/>
          <a:sy n="89" d="100"/>
        </p:scale>
        <p:origin x="-1258" y="264"/>
      </p:cViewPr>
      <p:guideLst>
        <p:guide orient="horz" pos="2152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ar-DZ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ar-DZ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DZ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DZ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ar-DZ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DZ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DZ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DZ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ar-DZ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DZ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DZ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DZ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ar-DZ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DZ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ar-DZ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DZ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DZ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DZ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ar-DZ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DZ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ar-DZ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DZ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1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r" defTabSz="914400" rtl="1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defTabSz="914400" rtl="1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DZ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85800"/>
            <a:ext cx="7772400" cy="48704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>
                <a:latin typeface="Arial Black" panose="020B0A04020102020204" charset="0"/>
                <a:cs typeface="Arial Black" panose="020B0A04020102020204" charset="0"/>
              </a:rPr>
              <a:t>Online Courses </a:t>
            </a:r>
            <a:r>
              <a:rPr lang="en-US" dirty="0" smtClean="0"/>
              <a:t/>
            </a:r>
            <a:br>
              <a:rPr lang="en-US" dirty="0" smtClean="0"/>
            </a:br>
            <a:endParaRPr lang="ar-DZ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7800" y="2057400"/>
            <a:ext cx="6400800" cy="2492375"/>
          </a:xfrm>
        </p:spPr>
        <p:txBody>
          <a:bodyPr>
            <a:normAutofit fontScale="87500" lnSpcReduction="20000"/>
          </a:bodyPr>
          <a:lstStyle/>
          <a:p>
            <a:endParaRPr lang="en-US" dirty="0" err="1" smtClean="0"/>
          </a:p>
          <a:p>
            <a:r>
              <a:rPr lang="en-US" dirty="0" smtClean="0"/>
              <a:t>by:</a:t>
            </a:r>
          </a:p>
          <a:p>
            <a:endParaRPr lang="en-US" altLang="ar-DZ" dirty="0" smtClean="0"/>
          </a:p>
          <a:p>
            <a:endParaRPr lang="en-US" altLang="ar-DZ" sz="3000" dirty="0"/>
          </a:p>
          <a:p>
            <a:r>
              <a:rPr lang="en-US" altLang="ar-DZ" sz="3000" dirty="0"/>
              <a:t>Instructor:</a:t>
            </a:r>
          </a:p>
          <a:p>
            <a:r>
              <a:rPr lang="en-US" altLang="ar-DZ" sz="3000" dirty="0"/>
              <a:t>Dr Mujahed Elayyat</a:t>
            </a:r>
          </a:p>
          <a:p>
            <a:endParaRPr lang="en-US" altLang="ar-DZ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LINKS:</a:t>
            </a:r>
            <a:endParaRPr lang="ar-D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4020" y="1576070"/>
            <a:ext cx="8272780" cy="4550410"/>
          </a:xfrm>
        </p:spPr>
        <p:txBody>
          <a:bodyPr/>
          <a:lstStyle/>
          <a:p>
            <a:pPr marL="0" indent="0" algn="l">
              <a:buNone/>
            </a:pPr>
            <a:r>
              <a:rPr lang="en-US" sz="2800" dirty="0" smtClean="0">
                <a:sym typeface="+mn-ea"/>
              </a:rPr>
              <a:t>Project Link :</a:t>
            </a:r>
            <a:endParaRPr lang="en-US" sz="2800" dirty="0" smtClean="0"/>
          </a:p>
          <a:p>
            <a:pPr algn="l"/>
            <a:endParaRPr lang="ar-SA" sz="1600" dirty="0"/>
          </a:p>
          <a:p>
            <a:pPr marL="0" indent="0" algn="l">
              <a:buNone/>
            </a:pPr>
            <a:r>
              <a:rPr lang="en-US" sz="2800" dirty="0" smtClean="0"/>
              <a:t>Database </a:t>
            </a:r>
            <a:r>
              <a:rPr lang="en-US" sz="2800" dirty="0" smtClean="0"/>
              <a:t>File:</a:t>
            </a:r>
          </a:p>
          <a:p>
            <a:pPr marL="0" indent="0" algn="l">
              <a:buNone/>
            </a:pPr>
            <a:endParaRPr lang="ar-SA" sz="2800" dirty="0" smtClean="0"/>
          </a:p>
          <a:p>
            <a:pPr marL="0" indent="0" algn="l">
              <a:buNone/>
            </a:pPr>
            <a:endParaRPr lang="en-US" sz="1800" dirty="0" smtClean="0"/>
          </a:p>
          <a:p>
            <a:pPr algn="l"/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200" b="1" dirty="0" smtClean="0"/>
              <a:t>Introduction</a:t>
            </a:r>
            <a:r>
              <a:rPr lang="en-US" sz="4000" dirty="0" smtClean="0"/>
              <a:t>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25550"/>
            <a:ext cx="8229600" cy="5107305"/>
          </a:xfrm>
        </p:spPr>
        <p:txBody>
          <a:bodyPr>
            <a:normAutofit fontScale="72500" lnSpcReduction="20000"/>
          </a:bodyPr>
          <a:lstStyle/>
          <a:p>
            <a:pPr marL="0" indent="0" algn="l">
              <a:buNone/>
            </a:pPr>
            <a:r>
              <a:rPr lang="en-US" sz="4800" dirty="0">
                <a:latin typeface="Calibri" panose="020F0502020204030204" charset="0"/>
                <a:cs typeface="Calibri" panose="020F0502020204030204" charset="0"/>
              </a:rPr>
              <a:t>Our site is Online Courses ,The customer logs in to the site using his ID and Password password for his account, and then chooses what he/she want to do.</a:t>
            </a:r>
          </a:p>
          <a:p>
            <a:pPr marL="0" indent="0" algn="l">
              <a:buNone/>
            </a:pPr>
            <a:endParaRPr lang="en-US" dirty="0"/>
          </a:p>
          <a:p>
            <a:pPr marL="0" indent="0" algn="l">
              <a:buNone/>
            </a:pPr>
            <a:r>
              <a:rPr lang="en-US" sz="4870" b="1" dirty="0" smtClean="0">
                <a:sym typeface="+mn-ea"/>
              </a:rPr>
              <a:t>Functional Requirements:</a:t>
            </a:r>
            <a:endParaRPr lang="en-US" sz="4870" b="1" dirty="0" smtClean="0"/>
          </a:p>
          <a:p>
            <a:pPr marL="0" indent="0" algn="l">
              <a:buNone/>
            </a:pPr>
            <a:r>
              <a:rPr lang="en-US" dirty="0"/>
              <a:t>1- Login</a:t>
            </a:r>
          </a:p>
          <a:p>
            <a:pPr marL="0" indent="0" algn="l">
              <a:buNone/>
            </a:pPr>
            <a:r>
              <a:rPr lang="en-US" dirty="0"/>
              <a:t>2- Dispaly Data</a:t>
            </a:r>
          </a:p>
          <a:p>
            <a:pPr marL="0" indent="0" algn="l">
              <a:buNone/>
            </a:pPr>
            <a:r>
              <a:rPr lang="en-US" dirty="0"/>
              <a:t>3- Search about Student</a:t>
            </a:r>
          </a:p>
          <a:p>
            <a:pPr marL="0" indent="0" algn="l">
              <a:buNone/>
            </a:pPr>
            <a:r>
              <a:rPr lang="en-US" dirty="0"/>
              <a:t>4-Add Student</a:t>
            </a:r>
          </a:p>
          <a:p>
            <a:pPr marL="0" indent="0" algn="l">
              <a:buNone/>
            </a:pPr>
            <a:r>
              <a:rPr lang="en-US" dirty="0"/>
              <a:t>5-Change Password</a:t>
            </a:r>
          </a:p>
          <a:p>
            <a:pPr marL="0" indent="0" algn="l">
              <a:buNone/>
            </a:pPr>
            <a:r>
              <a:rPr lang="en-US" dirty="0"/>
              <a:t>6-Delete Student</a:t>
            </a:r>
          </a:p>
          <a:p>
            <a:pPr marL="0" indent="0" algn="l">
              <a:buNone/>
            </a:pPr>
            <a:endParaRPr lang="ar-JO" dirty="0"/>
          </a:p>
          <a:p>
            <a:pPr marL="0" indent="0" algn="l">
              <a:buNone/>
            </a:pPr>
            <a:endParaRPr lang="en-US" dirty="0"/>
          </a:p>
          <a:p>
            <a:pPr marL="0" indent="0" algn="l">
              <a:buNone/>
            </a:pPr>
            <a:endParaRPr lang="en-US" dirty="0"/>
          </a:p>
          <a:p>
            <a:pPr marL="0" indent="0" algn="l">
              <a:buNone/>
            </a:pPr>
            <a:endParaRPr lang="ar-DZ" dirty="0"/>
          </a:p>
        </p:txBody>
      </p:sp>
      <p:sp>
        <p:nvSpPr>
          <p:cNvPr id="4" name="Text Box 3"/>
          <p:cNvSpPr txBox="1"/>
          <p:nvPr/>
        </p:nvSpPr>
        <p:spPr>
          <a:xfrm>
            <a:off x="7522845" y="104140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Database ERD:</a:t>
            </a:r>
            <a:endParaRPr lang="ar-DZ" dirty="0"/>
          </a:p>
        </p:txBody>
      </p:sp>
      <p:pic>
        <p:nvPicPr>
          <p:cNvPr id="7" name="Content Placeholder 6" descr="لقطة شاشة 2024-06-18 19204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996440"/>
            <a:ext cx="8229600" cy="37325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Relational tables </a:t>
            </a:r>
            <a:r>
              <a:rPr lang="en-US" dirty="0" smtClean="0"/>
              <a:t>:</a:t>
            </a:r>
            <a:endParaRPr lang="ar-DZ" dirty="0"/>
          </a:p>
        </p:txBody>
      </p:sp>
      <p:pic>
        <p:nvPicPr>
          <p:cNvPr id="7" name="Picture 6" descr="لقطة شاشة 2024-06-18 20255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988185"/>
            <a:ext cx="8001635" cy="34321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 smtClean="0"/>
              <a:t>Screenshots :</a:t>
            </a:r>
            <a:endParaRPr lang="ar-D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364163"/>
          </a:xfrm>
        </p:spPr>
        <p:txBody>
          <a:bodyPr/>
          <a:lstStyle/>
          <a:p>
            <a:pPr marL="0" indent="0" algn="l">
              <a:buNone/>
            </a:pPr>
            <a:r>
              <a:rPr lang="en-US" dirty="0" smtClean="0"/>
              <a:t>When open the website:</a:t>
            </a:r>
          </a:p>
          <a:p>
            <a:pPr marL="0" indent="0" algn="l">
              <a:buNone/>
            </a:pPr>
            <a:endParaRPr lang="ar-DZ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25" y="2286000"/>
            <a:ext cx="9064973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5897563"/>
          </a:xfrm>
        </p:spPr>
        <p:txBody>
          <a:bodyPr/>
          <a:lstStyle/>
          <a:p>
            <a:pPr marL="0" indent="0" algn="l">
              <a:buNone/>
            </a:pPr>
            <a:r>
              <a:rPr lang="en-US" dirty="0" smtClean="0">
                <a:sym typeface="+mn-ea"/>
              </a:rPr>
              <a:t>Then login by using ID and password:</a:t>
            </a:r>
            <a:endParaRPr lang="en-US" dirty="0" smtClean="0"/>
          </a:p>
          <a:p>
            <a:pPr marL="0" indent="0" algn="l">
              <a:buNone/>
            </a:pPr>
            <a:endParaRPr lang="ar-DZ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3863" y="1981200"/>
            <a:ext cx="5754687" cy="2686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3200"/>
              <a:t>Then this Screen will display:</a:t>
            </a:r>
            <a:br>
              <a:rPr lang="en-US" sz="3200"/>
            </a:br>
            <a:r>
              <a:rPr lang="en-US" sz="2400"/>
              <a:t>You can choise to veiw data or logout or change password: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6707505" y="857885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3675" y="2457450"/>
            <a:ext cx="3676650" cy="173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"/>
            <a:ext cx="8229600" cy="5973763"/>
          </a:xfrm>
        </p:spPr>
        <p:txBody>
          <a:bodyPr/>
          <a:lstStyle/>
          <a:p>
            <a:pPr marL="0" indent="0" algn="l">
              <a:buNone/>
            </a:pPr>
            <a:r>
              <a:rPr lang="en-US" sz="2400" dirty="0" smtClean="0"/>
              <a:t>First , View data :Then you will see the Tabel and you  can search about Course:</a:t>
            </a:r>
          </a:p>
          <a:p>
            <a:pPr marL="0" indent="0" algn="l">
              <a:buNone/>
            </a:pPr>
            <a:endParaRPr lang="ar-DZ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415041"/>
            <a:ext cx="8622212" cy="3742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/>
          <a:lstStyle/>
          <a:p>
            <a:pPr marL="0" indent="0" algn="l">
              <a:buNone/>
            </a:pPr>
            <a:r>
              <a:rPr lang="en-US" dirty="0" smtClean="0"/>
              <a:t>Also You can display student information :</a:t>
            </a:r>
            <a:endParaRPr lang="ar-DZ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8463" y="2252663"/>
            <a:ext cx="3267075" cy="2143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/>
          <a:lstStyle/>
          <a:p>
            <a:pPr marL="0" indent="0" algn="l">
              <a:buNone/>
            </a:pPr>
            <a:r>
              <a:rPr lang="en-US" dirty="0" smtClean="0"/>
              <a:t>And of course you can change your password :</a:t>
            </a:r>
            <a:endParaRPr lang="ar-DZ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0775" y="2619375"/>
            <a:ext cx="4362450" cy="1409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127</Words>
  <Application>Microsoft Office PowerPoint</Application>
  <PresentationFormat>On-screen Show (4:3)</PresentationFormat>
  <Paragraphs>33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 Online Courses  </vt:lpstr>
      <vt:lpstr>LINKS:</vt:lpstr>
      <vt:lpstr>Introduction:</vt:lpstr>
      <vt:lpstr>Database ERD:</vt:lpstr>
      <vt:lpstr>Relational tables :</vt:lpstr>
      <vt:lpstr>Screenshots :</vt:lpstr>
      <vt:lpstr>PowerPoint Presentation</vt:lpstr>
      <vt:lpstr>Then this Screen will display: You can choise to veiw data or logout or change password: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Restaurant Delivery  Web Project </dc:title>
  <dc:creator>skynet</dc:creator>
  <cp:lastModifiedBy>BisanCo</cp:lastModifiedBy>
  <cp:revision>23</cp:revision>
  <dcterms:created xsi:type="dcterms:W3CDTF">2006-08-16T00:00:00Z</dcterms:created>
  <dcterms:modified xsi:type="dcterms:W3CDTF">2024-09-30T18:52:48Z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5381249FAB8E4314B4B7CF08480A3306_12</vt:lpwstr>
  </property>
  <property fmtid="{D5CDD505-2E9C-101B-9397-08002B2CF9AE}" pid="3" name="KSOProductBuildVer">
    <vt:lpwstr>1033-12.2.0.17119</vt:lpwstr>
  </property>
</Properties>
</file>